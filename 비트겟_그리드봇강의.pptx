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188720"/>
            <a:ext cx="12191969" cy="11887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비트겟 그리드봇 수업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23160"/>
            <a:ext cx="12191969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24시간 스스로 사고 파는 자동매매 봇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969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Grid_Bitget.py  |  매수·매도 로직 · API 키 설정 · 수익실현 · 크론탭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3008" y="4069080"/>
            <a:ext cx="52120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1주차 · 2교시 (UI 수업 → 그리드봇 수업)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오늘 배울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UI 수업에서 배운 '손으로 하는 매매'를 → '봇이 대신 하는 매매'로 바꿉니다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3520440" cy="2057400"/>
          </a:xfrm>
          <a:prstGeom prst="roundRect">
            <a:avLst/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475488" cy="47548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" y="1682496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그리드 매매란?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350008"/>
            <a:ext cx="3118104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계단식 분할매수 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소액 반복 익절 개념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481328"/>
            <a:ext cx="3520440" cy="2057400"/>
          </a:xfrm>
          <a:prstGeom prst="roundRect">
            <a:avLst/>
          </a:prstGeom>
          <a:solidFill>
            <a:srgbClr val="E9E1F3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720" y="1645920"/>
            <a:ext cx="475488" cy="475488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2936" y="1682496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30A0"/>
                </a:solidFill>
                <a:latin typeface="맑은 고딕"/>
                <a:ea typeface="맑은 고딕"/>
                <a:cs typeface="맑은 고딕"/>
              </a:rPr>
              <a:t>봇 전체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350008"/>
            <a:ext cx="3118104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EC2 · 크론탭 · 봇 ·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거래소 · 텔레그램 · 엑셀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7" y="1481328"/>
            <a:ext cx="3520440" cy="2057400"/>
          </a:xfrm>
          <a:prstGeom prst="roundRect">
            <a:avLst/>
          </a:prstGeom>
          <a:solidFill>
            <a:srgbClr val="FCE9DA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8503919" y="1645920"/>
            <a:ext cx="475488" cy="475488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9136" y="1682496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API 키 넣는 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2350008"/>
            <a:ext cx="3118104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키 발급 → 코드 3줄에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입력 (보안 주의)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2776"/>
            <a:ext cx="3520440" cy="20574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4087368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4123944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매수 / 매도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791456"/>
            <a:ext cx="3118104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언제 사고 언제 파는지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숫자로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3128" y="3922776"/>
            <a:ext cx="3520440" cy="2057400"/>
          </a:xfrm>
          <a:prstGeom prst="roundRect">
            <a:avLst/>
          </a:prstGeom>
          <a:solidFill>
            <a:srgbClr val="FBE5E5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17720" y="4087368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4123944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수익실현 방식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4791456"/>
            <a:ext cx="3118104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차수별 익절 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총수익 목표 일괄청산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3922776"/>
            <a:ext cx="3520440" cy="20574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3919" y="4087368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4123944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크론탭 · 운영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4791456"/>
            <a:ext cx="3118104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자동 부활 · 로그 ·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정지 / 재시작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6355080"/>
            <a:ext cx="11311128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실습 목표 : 오늘 수업이 끝나면 내 서버에서 그리드봇이 스스로 돌아갑니다.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그리드(Grid) 매매란?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가격을 '격자(계단)'로 나눠 놓고, 내려오면 사고 · 올라가면 파는 것을 반복합니다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5120640" cy="566928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사람이 직접 하면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40280"/>
            <a:ext cx="512064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24시간 차트를 봐야 함 (잠을 못 잠)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얼마에 살지 매번 계산해야 함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조금 올랐을 때 파는 것을 놓침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감정이 개입됨 (공포 · 욕심)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00200"/>
            <a:ext cx="5120640" cy="56692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그리드봇이 하면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240280"/>
            <a:ext cx="5120640" cy="173736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3초마다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가격을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(24시간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무휴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-0.7%</a:t>
            </a:r>
            <a:r>
              <a:rPr lang="en-US"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예시</a:t>
            </a:r>
            <a:r>
              <a:rPr lang="en-US" altLang="ko-KR"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내려올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때마다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자동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분할매수</a:t>
            </a:r>
            <a:endParaRPr sz="1500" b="0" i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+0.7%</a:t>
            </a:r>
            <a:r>
              <a:rPr lang="en-US"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예시</a:t>
            </a:r>
            <a:r>
              <a:rPr lang="en-US" altLang="ko-KR"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오르면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그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차수만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자동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익절</a:t>
            </a:r>
            <a:endParaRPr sz="1500" b="0" i="0" dirty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규칙대로만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감정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없음</a:t>
            </a:r>
            <a:r>
              <a:rPr sz="1500" b="0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224528"/>
            <a:ext cx="11045952" cy="9601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 dirty="0" err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500" b="1" i="0" dirty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 한 줄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"큰 </a:t>
            </a:r>
            <a:r>
              <a:rPr sz="2000" b="1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수익</a:t>
            </a:r>
            <a:r>
              <a:rPr sz="2000" b="1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한 </a:t>
            </a:r>
            <a:r>
              <a:rPr sz="2000" b="1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번"이</a:t>
            </a:r>
            <a:r>
              <a:rPr sz="2000" b="1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2000" b="1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, "</a:t>
            </a:r>
            <a:r>
              <a:rPr sz="2000" b="1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작은</a:t>
            </a:r>
            <a:r>
              <a:rPr sz="2000" b="1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수익을</a:t>
            </a:r>
            <a:r>
              <a:rPr sz="2000" b="1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여러</a:t>
            </a:r>
            <a:r>
              <a:rPr sz="2000" b="1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번" </a:t>
            </a:r>
            <a:r>
              <a:rPr sz="2000" b="1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쌓는</a:t>
            </a:r>
            <a:r>
              <a:rPr sz="2000" b="1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전략입니다</a:t>
            </a:r>
            <a:r>
              <a:rPr sz="2000" b="1" i="0" dirty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349240"/>
            <a:ext cx="5349240" cy="86868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유리한 시장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가격이 위아래로 왔다갔다 하는 횡보장 (박스권)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349240"/>
            <a:ext cx="5349240" cy="868680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주의할 시장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계속 하락만 하는 시장 → 차수가 계속 쌓임 (자금 관리 필수)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그리드 '롱' 동작 원리 한눈에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예시 : 1차 진입가 100,000 / 매수간격 -0.7% / 매도간격 +0.7% / 차수당 100 USDT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47088"/>
            <a:ext cx="10515600" cy="137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200400" cy="56692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매수  @ 100,000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77639" y="1591056"/>
            <a:ext cx="1371600" cy="53035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13632" y="1682495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+0.7% 상승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572768"/>
            <a:ext cx="3200400" cy="56692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익절 @ 100,700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572768"/>
            <a:ext cx="2606040" cy="566928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약 +0.62 USDT 수익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965960" y="2157984"/>
            <a:ext cx="411480" cy="274320"/>
          </a:xfrm>
          <a:prstGeom prst="downArrow">
            <a:avLst/>
          </a:prstGeom>
          <a:solidFill>
            <a:srgbClr val="DEEBF7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715768"/>
            <a:ext cx="10515600" cy="137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2441448"/>
            <a:ext cx="3200400" cy="56692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 매수  @ 99,300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77639" y="2459736"/>
            <a:ext cx="1371600" cy="53035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13632" y="2551176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+0.7% 상승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2441448"/>
            <a:ext cx="3200400" cy="56692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 익절 @ 100,000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2441448"/>
            <a:ext cx="2606040" cy="566928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약 +0.62 USDT 수익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965960" y="3026664"/>
            <a:ext cx="411480" cy="274320"/>
          </a:xfrm>
          <a:prstGeom prst="downArrow">
            <a:avLst/>
          </a:prstGeom>
          <a:solidFill>
            <a:srgbClr val="DEEBF7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3584448"/>
            <a:ext cx="10515600" cy="137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66928" y="3310128"/>
            <a:ext cx="3200400" cy="56692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3차 매수  @ 98,605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77639" y="3328416"/>
            <a:ext cx="1371600" cy="53035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13632" y="3419856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+0.7% 상승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3310128"/>
            <a:ext cx="3200400" cy="56692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3차 익절 @ 99,295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3310128"/>
            <a:ext cx="2606040" cy="566928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약 +0.62 USDT 수익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965960" y="3895344"/>
            <a:ext cx="411480" cy="274320"/>
          </a:xfrm>
          <a:prstGeom prst="downArrow">
            <a:avLst/>
          </a:prstGeom>
          <a:solidFill>
            <a:srgbClr val="DEEBF7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4453127"/>
            <a:ext cx="10515600" cy="137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6928" y="4178807"/>
            <a:ext cx="3200400" cy="56692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4차 매수  @ 97,915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977639" y="4197095"/>
            <a:ext cx="1371600" cy="53035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13632" y="4288536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+0.7% 상승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4178807"/>
            <a:ext cx="3200400" cy="56692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4차 익절 @ 98,600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4178807"/>
            <a:ext cx="2606040" cy="566928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약 +0.62 USDT 수익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1965960" y="4764023"/>
            <a:ext cx="411480" cy="274320"/>
          </a:xfrm>
          <a:prstGeom prst="downArrow">
            <a:avLst/>
          </a:prstGeom>
          <a:solidFill>
            <a:srgbClr val="DEEBF7"/>
          </a:solidFill>
          <a:ln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6928" y="5321807"/>
            <a:ext cx="10515600" cy="137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66928" y="5047488"/>
            <a:ext cx="3200400" cy="56692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5차 매수  @ 97,230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977639" y="5065775"/>
            <a:ext cx="1371600" cy="53035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13632" y="5157216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+0.7% 상승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32120" y="5047488"/>
            <a:ext cx="3200400" cy="56692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5차 익절 @ 97,910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5047488"/>
            <a:ext cx="2606040" cy="566928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약 +0.62 USDT 수익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989320"/>
            <a:ext cx="1106424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◆ 각 차수는 서로 독립입니다. 5차까지 물려 있어도 5차 가격이 +0.7% 오르면 5차만 먼저 익절됩니다.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◆ 2차 익절가(100,000)는 1차 매수가와 같습니다 → 딱 한 칸만 반등해도 수익이 발생하는 구조.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봇 전체 구조 한눈에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 PC가 아니라 24시간 켜져 있는 서버(EC2)에서 돌아갑니다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2926080" cy="10515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AWS EC2 서버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24시간 꺼지지 않는 컴퓨터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88920"/>
            <a:ext cx="2926080" cy="105156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크론탭 (crontab)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 1분마다 봇 실행 시도
= 자동 부활 담당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023360"/>
            <a:ext cx="2926080" cy="105156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봇 본체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Grid_Bitget.py
3초마다 가격 체크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66160" y="4315968"/>
            <a:ext cx="685800" cy="475488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0" y="2788920"/>
            <a:ext cx="3291840" cy="228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④ 봇의 3초 루프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endParaRPr sz="1600" b="1" i="0">
              <a:solidFill>
                <a:srgbClr val="00206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현재가 조회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↓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총수익 목표 체크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↓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매도 조건 확인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↓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매수 조건 확인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18120" y="3749039"/>
            <a:ext cx="640080" cy="41148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95360" y="1554480"/>
            <a:ext cx="3108960" cy="960120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비트겟 거래소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주문 실행 · 체결가 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697480"/>
            <a:ext cx="3108960" cy="9601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⑥ 텔레그램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매수 · 매도 · 생존 알림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3840480"/>
            <a:ext cx="3108960" cy="96012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⑦ 엑셀 파일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 거래 기록 · 손익 저장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2011680"/>
            <a:ext cx="320040" cy="1828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3154680"/>
            <a:ext cx="320040" cy="1828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4297680"/>
            <a:ext cx="320040" cy="1828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57031" y="2011680"/>
            <a:ext cx="18288" cy="230428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" y="5440680"/>
            <a:ext cx="11201400" cy="77724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초보자 요약 : 크론탭은 '봇을 깨우는 사람'이 아니라 '봇이 죽었을 때만 살려주는 사람'입니다. 실제 매매 판단은 봇이 3초마다 스스로 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실행 방식 : '하이브리드 데몬'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 번 켜지면 계속 도는 봇(데몬) + 죽으면 되살리는 크론탭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5349240" cy="5486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예전 방식 : 크론탭이 2분마다 실행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76272"/>
            <a:ext cx="534924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2분에 한 번만 가격을 봄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순간적으로 지나간 가격은 놓침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실행 → 종료 → 실행 → 종료 반복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554480"/>
            <a:ext cx="5349240" cy="5486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 방식 : 3초 폴링 + 1분 부활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2176272"/>
            <a:ext cx="5349240" cy="141732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3초마다 가격 확인 → 40배 빠른 반응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봇이 죽어도 1분 안에 자동 재시작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이미 살아있으면 중복 실행을 차단(싱글톤)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49039"/>
            <a:ext cx="11064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중복 실행 방지(싱글톤)가 동작하는 순서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24528"/>
            <a:ext cx="2542032" cy="960120"/>
          </a:xfrm>
          <a:prstGeom prst="roundRect">
            <a:avLst/>
          </a:prstGeom>
          <a:solidFill>
            <a:srgbClr val="E9E1F3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7030A0"/>
                </a:solidFill>
                <a:latin typeface="맑은 고딕"/>
                <a:ea typeface="맑은 고딕"/>
                <a:cs typeface="맑은 고딕"/>
              </a:rPr>
              <a:t>크론탭
매분 실행 시도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45536" y="4526280"/>
            <a:ext cx="347472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29584" y="4224528"/>
            <a:ext cx="2542032" cy="9601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봇이 이미
살아있나?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08192" y="4526280"/>
            <a:ext cx="347472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4224528"/>
            <a:ext cx="2542032" cy="9601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YES → 새 실행은
즉시 스스로 종료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070847" y="4526280"/>
            <a:ext cx="347472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454896" y="4224528"/>
            <a:ext cx="2542032" cy="9601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NO → 새 봇이
살아남아 매매 시작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440680"/>
            <a:ext cx="11064240" cy="77724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로그에 '[싱글톤] 이미 실행 중' 이라는 줄이 매분 쌓이는 것은 고장이 아니라 정상 동작입니다. 봇이 잘 살아있다는 뜻입니다.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시작 전 준비물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6가지가 준비되면 오늘 바로 봇을 돌릴 수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3520440" cy="1920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352044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비트겟 계정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12848"/>
            <a:ext cx="31546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UI 수업에서 만든 계정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USDT 선물 지갑에 증거금 입금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554480"/>
            <a:ext cx="3520440" cy="1920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53128" y="1554480"/>
            <a:ext cx="3520440" cy="5029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API 키 3종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212848"/>
            <a:ext cx="31546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API Key / Secret Key / Passphrase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(비트겟 웹에서 발급)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39327" y="1554480"/>
            <a:ext cx="3520440" cy="1920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39327" y="1554480"/>
            <a:ext cx="3520440" cy="50292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AWS EC2 서버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7" y="2212848"/>
            <a:ext cx="31546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24시간 켜져 있는 리눅스 서버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(t3.micro 이상 권장)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40480"/>
            <a:ext cx="3520440" cy="1920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840480"/>
            <a:ext cx="3520440" cy="50292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파이썬 패키지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98848"/>
            <a:ext cx="31546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ccxt, pandas, openpyxl,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tendo (싱글톤용)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3840480"/>
            <a:ext cx="3520440" cy="1920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53128" y="3840480"/>
            <a:ext cx="352044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텔레그램 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498848"/>
            <a:ext cx="31546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telegram_alert.py 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토큰 · 채팅ID 설정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7" y="3840480"/>
            <a:ext cx="3520440" cy="19202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39327" y="3840480"/>
            <a:ext cx="3520440" cy="5029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봇 파일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7" y="4498848"/>
            <a:ext cx="31546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Grid_Bitget.py 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/var/autobot/ 에 업로드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669280"/>
            <a:ext cx="11064240" cy="56692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pip3 install ccxt pandas openpyxl tendo          # 패키지 한 번에 설치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API 키를 넣는 곳 ①  발급 → 코드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봇이 내 계좌에 주문을 넣으려면 '열쇠 3개'가 필요합니다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2542032" cy="1188720"/>
          </a:xfrm>
          <a:prstGeom prst="roundRect">
            <a:avLst/>
          </a:prstGeom>
          <a:solidFill>
            <a:srgbClr val="FCE9DA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비트겟 로그인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우측 상단 프로필 →
API 관리 메뉴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5536" y="1965960"/>
            <a:ext cx="347472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29584" y="1554480"/>
            <a:ext cx="2542032" cy="1188720"/>
          </a:xfrm>
          <a:prstGeom prst="roundRect">
            <a:avLst/>
          </a:prstGeom>
          <a:solidFill>
            <a:srgbClr val="FCE9DA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API 키 생성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이름 입력 →
권한 : 읽기 + 거래 체크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08192" y="1965960"/>
            <a:ext cx="347472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2542032" cy="1188720"/>
          </a:xfrm>
          <a:prstGeom prst="roundRect">
            <a:avLst/>
          </a:prstGeom>
          <a:solidFill>
            <a:srgbClr val="FCE9DA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STEP 3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Passphrase 지정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본인이 직접 만드는
비밀 문구 (기억 필수)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70847" y="1965960"/>
            <a:ext cx="347472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1554480"/>
            <a:ext cx="2542032" cy="1188720"/>
          </a:xfrm>
          <a:prstGeom prst="roundRect">
            <a:avLst/>
          </a:prstGeom>
          <a:solidFill>
            <a:srgbClr val="FCE9DA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STEP 4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3개 값 복사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Key / Secret /
Passphrase 를 안전히 보관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26080"/>
            <a:ext cx="11064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코드에서 키를 넣는 위치  ▶  Grid_Bitget.py 상단 (약 560번째 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83280"/>
            <a:ext cx="6949440" cy="14173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===============================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⚠️ API 키 (실제 값으로 교체)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===============================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access   = "여기에 API Key"      # 본인 API 키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secret   = "여기에 Secret Key"   # 본인 Secret 키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password = "여기에 Passphrase"   # 비트겟은 패스프레이즈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383280"/>
            <a:ext cx="3904487" cy="141732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이 3줄만 바꾸면 끝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따옴표(" ") 안쪽만 교체하세요.
따옴표를 지우면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83480"/>
            <a:ext cx="11064240" cy="1234440"/>
          </a:xfrm>
          <a:prstGeom prst="roundRect">
            <a:avLst/>
          </a:prstGeom>
          <a:solidFill>
            <a:srgbClr val="FBE5E5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보안 주의 4가지  (초보자가 가장 많이 사고 나는 부분)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① 출금 권한은 절대 체크하지 않기  →  키가 유출돼도 자산 출금은 불가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② 가능하면 서버 IP 화이트리스트 등록   ③ 키가 들어간 파일을 카톡·깃허브·메일로 공유 금지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④ 화면 공유·강의 녹화 전에는 반드시 키를 지우고 시작하기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API 키를 넣는 곳 ②  거래소 연결 코드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키를 넣으면 이 부분이 자동으로 비트겟에 로그인합니다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6766560" cy="21488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bitgetX = ccxt.bitget({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"apiKey"  : access,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"secret"  : secret,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"password": password,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    "enableRateLimit": True,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    "options": {"defaultType": "swap"},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})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bitgetX.load_markets()   # 최소주문단위 등 조회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554480"/>
            <a:ext cx="402336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ccxt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전 세계 거래소를 같은 문법으로 다루는 라이브러리
(비트겟 → 바이낸스로 바꿔도 코드가 거의 같음)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2724912"/>
            <a:ext cx="402336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"swap"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USDT 무기한 선물 모드로 접속
(현물이 아니라 선물 지갑을 사용)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3895344"/>
            <a:ext cx="402336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enableRateLimit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너무 자주 요청해서 차단당하지 않도록
ccxt가 스스로 속도 조절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065776"/>
            <a:ext cx="402336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7030A0"/>
                </a:solidFill>
                <a:latin typeface="맑은 고딕"/>
                <a:ea typeface="맑은 고딕"/>
                <a:cs typeface="맑은 고딕"/>
              </a:rPr>
              <a:t>load_markets()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코인별 최소 주문수량·소수점 자리를 미리 받아둠
(주문 오류 방지)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886200"/>
            <a:ext cx="6766560" cy="96012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연결이 잘 됐는지 확인하는 법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봇 실행 직후 텔레그램으로 '🚀 비트겟 그리드봇 시작' 알림이 오면 성공입니다.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29200"/>
            <a:ext cx="6766560" cy="118872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자주 나는 오류
· '거래소 메타 로드 실패' → 키 오타 또는 인터넷 차단
· 40409 / signature 오류 → Secret 또는 Passphrase 불일치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설정값 지도 : 어디를 고치면 무엇이 바뀌나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봇 파일을 열면 위에서부터 이 순서로 설정이 나옵니다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6192"/>
            <a:ext cx="658368" cy="8412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8448" y="1536192"/>
            <a:ext cx="306324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실시간 폴링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3128" y="1536192"/>
            <a:ext cx="3794760" cy="8412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POLL_INTERVAL (3초)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HEARTBEAT_INTERVAL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PRICE_LOG_INTERVAL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39327" y="1536192"/>
            <a:ext cx="3291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얼마나 자주 볼 것인가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68880"/>
            <a:ext cx="658368" cy="841248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8448" y="2468880"/>
            <a:ext cx="306324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7030A0"/>
                </a:solidFill>
                <a:latin typeface="맑은 고딕"/>
                <a:ea typeface="맑은 고딕"/>
                <a:cs typeface="맑은 고딕"/>
              </a:rPr>
              <a:t>체결가 조회 설정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468880"/>
            <a:ext cx="3794760" cy="8412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FILL_FETCH_RETRIES (3)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FILL_FETCH_DELAY (0.5)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7" y="2468880"/>
            <a:ext cx="3291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실제 체결가를 몇 번 확인할까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401568"/>
            <a:ext cx="658368" cy="84124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98448" y="3401568"/>
            <a:ext cx="306324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총수익 목표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3401568"/>
            <a:ext cx="3794760" cy="8412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TOTAL_PROFIT_TARGET_*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PROFIT_SOURCE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7" y="3401568"/>
            <a:ext cx="3291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얼마 벌면 전부 정리할까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34256"/>
            <a:ext cx="658368" cy="841248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8448" y="4334256"/>
            <a:ext cx="306324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매매 전략 설정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53128" y="4334256"/>
            <a:ext cx="3794760" cy="8412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즉시매수허용 / RSI_*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재진입여부 / 음봉 조건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7" y="4334256"/>
            <a:ext cx="3291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1차 진입을 언제 할까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66944"/>
            <a:ext cx="658368" cy="841248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98448" y="5266944"/>
            <a:ext cx="306324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종목 · 그리드 템플릿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5266944"/>
            <a:ext cx="3794760" cy="8412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종목코드목록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GRID_TEMPLATE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7" y="5266944"/>
            <a:ext cx="3291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간격 · 금액 · 차수 (가장 중요)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6263640"/>
            <a:ext cx="11064240" cy="4572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초보자는 E(그리드 템플릿)와 C(총수익 목표)만 이해해도 충분합니다. 나머지는 기본값 그대로 두세요.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A. 실시간 폴링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'얼마나 자주 볼 것인가'를 정하는 값들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54480"/>
          <a:ext cx="11064239" cy="3557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이름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값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바꿀 때 주의점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POLL_INTERVAL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3초마다 가격 확인 후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매수·매도 조건 판단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1초 미만 → API 차단 위험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5초 이상 → 체결 기회 놓침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HEARTBEAT_INTERVAL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봇 생존 알림을 보내는 주기(초)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(주석 기준 권장값은 600 = 10분)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짧으면 텔레그램 스팸,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길면 사망을 늦게 알아챔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ERROR_BACKOFF_BASE / MAX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 / 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발생 시 대기 시간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5→10→20→40→60초로 증가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기본값 유지 권장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RATE_LIMIT_BACKOFF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호출 한도 초과 시 30초 대기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기본값 유지 권장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PRICE_LOG_INTERVAL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10번 폴링(=30초)마다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로그에 현재가 1줄 출력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1로 하면 3초마다 출력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→ 로그 파일이 빨리 커짐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PRICE_LOG_DECIMALS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가격 표시 소수점 자리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BTC는 2~4면 충분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5349240"/>
            <a:ext cx="5394960" cy="9144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로그에 이렇게 찍힙니다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📊 [09:23:42] 폴링#20 | BTC=105230.500000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5349240"/>
            <a:ext cx="5394960" cy="9144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HEARTBEAT_INTERVAL 은 현재 6000초(약 100분)로 되어 있습니다.
10분마다 생존 확인을 원하면 600 으로 바꾸세요.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E. 그리드 템플릿 읽는 법 (가장 중요)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차수별로 '언제 사고 · 언제 팔고 · 얼마 넣을지'를 정하는 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5943600" cy="1874519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GRID_TEMPLATE = {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  1: {"매수간격": 0.0,  "매도간격": 0.7, "매수금액": 100},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  2: {"매수간격": -0.7, "매도간격": 0.7, "매수금액": 100},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  3: {"매수간격": -0.7, "매도간격": 0.7, "매수금액": 100},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...  (현재 99차까지 동일하게 설정됨)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554480"/>
            <a:ext cx="48920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매수간격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직전 차수 체결가 대비 몇 % 내려오면 살지
음수(-0.7) = 0.7% 하락 시 매수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2514600"/>
            <a:ext cx="48920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매도간격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 차수 체결가 대비 몇 % 오르면 팔지
양수(+0.7) = 0.7% 상승 시 익절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3474720"/>
            <a:ext cx="48920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매수금액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 차수에 넣을 USDT 금액
(레버리지는 거래소 설정을 따름)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57600"/>
            <a:ext cx="5943600" cy="9144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종목 설정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종목코드목록 = ["BTC/USDT:USDT"]   ← 초보는 1개 종목만 권장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754880"/>
            <a:ext cx="11064240" cy="1463040"/>
          </a:xfrm>
          <a:prstGeom prst="roundRect">
            <a:avLst/>
          </a:prstGeom>
          <a:solidFill>
            <a:srgbClr val="FBE5E5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반드시 계산하고 시작하세요 : 최악의 경우 필요한 돈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차수당 100 USDT × 99차수 = 최대 9,900 USDT 가 필요합니다. (약 -0.7%씩 계속 하락하는 경우)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→ 초보 실습 권장 : 차수당 10~20 USDT, 차수는 10~20차까지만 남기고 나머지 줄은 지우기.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매수 로직 ①  1차 매수 (첫 진입)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그리드의 시작점. 여기서만 조건이 다릅니다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11064240" cy="5669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매수는 아래 3개 관문을 모두 통과해야 실행됩니다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86000"/>
            <a:ext cx="3520440" cy="16002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관문 1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총수익 청산 락이
걸려 있지 않은가?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목표 수익 달성 후
만들어지는 잠금 파일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286000"/>
            <a:ext cx="3520440" cy="16002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관문 2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이미 1차 포지션을
갖고 있지 않은가?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엑셀에 미청산 1차가
있으면 건너뜀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1" y="2286000"/>
            <a:ext cx="3520440" cy="16002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관문 3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즉시매수허용 = True
또는 RSI ≤ 30 인가?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설정은 True
→ 바로 진입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87368" y="2880360"/>
            <a:ext cx="384048" cy="41148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863840" y="2880360"/>
            <a:ext cx="384048" cy="41148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4069080"/>
            <a:ext cx="5394960" cy="105156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즉시매수허용 = True  (현재 설정)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RSI를 보지 않고 봇을 켜자마자 1차 매수 진입.
연습·테스트에 편리합니다.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069080"/>
            <a:ext cx="5394960" cy="105156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즉시매수허용 = False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5분봉 RSI가 30 이하(과매도)일 때만 1차 진입.
조금 더 낮은 가격에서 시작할 확률이 올라갑니다.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303520"/>
            <a:ext cx="11064240" cy="9144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재진입여부 = True (현재 설정) : 1차가 익절되면 다시 1차부터 매수 → 그리드가 계속 반복됩니다.
False로 두면 한 사이클만 돌고 멈추며, 잠금 파일(.○○_no_reentry_gridlong.lock)이 생깁니다.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매수 로직 ②  2차 이후 (분할 매수)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'직전 차수의 실제 체결가'에서 -0.7% 내려오면 다음 차수를 삽니다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6192"/>
            <a:ext cx="11064240" cy="777240"/>
          </a:xfrm>
          <a:prstGeom prst="roundRect">
            <a:avLst/>
          </a:prstGeom>
          <a:solidFill>
            <a:srgbClr val="FFF2CC"/>
          </a:solidFill>
          <a:ln w="222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다음 차수 매수 목표가  =  직전 차수 실제 체결가  ×  ( 1 + 매수간격 ÷ 100 )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487168"/>
          <a:ext cx="11064240" cy="17739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차수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그때의 시장가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체결가 (엑셀 기록)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차수 매수 트리거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 차수 익절 목표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100,001 × 0.993 = 99,301.0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100,001 × 1.007 = 100,701.0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99,300.0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99,301.5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99,301.5 × 0.993 = 98,606.4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99,301.5 × 1.007 = 99,996.6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98,605.0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98,606.9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98,606.9 × 0.993 = 97,916.6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98,606.9 × 1.007 = 99,297.1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4차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97,915.0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97,917.0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97,917 × 0.993 = 97,231.6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97,917 × 1.007 = 98,602.4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617720"/>
            <a:ext cx="5394960" cy="96012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왜 '시장가'가 아니라 '실제 체결가' 기준일까?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시장가 주문은 조회 가격과 실제 체결가가 미세하게 다릅니다(슬리피지). 체결가로 계산해야 오차가 쌓이지 않습니다.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4617720"/>
            <a:ext cx="5394960" cy="96012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안전장치 : 한 번에 한 차수만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가격이 순간적으로 급락해도 한 번의 폴링(3초)에서는 최대 1개 차수만 매수합니다. (코드의 break)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110642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※ 조건 하나 더 : 2차를 사려면 '1차가 아직 안 팔린 상태'여야 합니다. 직전 차수가 이미 익절됐다면 다음 차수는 사지 않습니다.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매수 로직 흐름도 (봇이 3초마다 하는 판단)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매수실행() 함수가 실행되는 순서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1463040"/>
            <a:ext cx="4206240" cy="530352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총수익 청산 락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463040"/>
            <a:ext cx="4892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락이 있으면 → 매수 중단</a:t>
            </a:r>
          </a:p>
        </p:txBody>
      </p:sp>
      <p:sp>
        <p:nvSpPr>
          <p:cNvPr id="6" name="Oval 5"/>
          <p:cNvSpPr/>
          <p:nvPr/>
        </p:nvSpPr>
        <p:spPr>
          <a:xfrm>
            <a:off x="1691640" y="1499616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4233672" y="2002536"/>
            <a:ext cx="402336" cy="9144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31720" y="2103120"/>
            <a:ext cx="4206240" cy="530352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1차부터 차례로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103120"/>
            <a:ext cx="4892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이미 보유한 차수는 건너뜀</a:t>
            </a:r>
          </a:p>
        </p:txBody>
      </p:sp>
      <p:sp>
        <p:nvSpPr>
          <p:cNvPr id="10" name="Oval 9"/>
          <p:cNvSpPr/>
          <p:nvPr/>
        </p:nvSpPr>
        <p:spPr>
          <a:xfrm>
            <a:off x="1691640" y="2139696"/>
            <a:ext cx="457200" cy="4572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33672" y="2642615"/>
            <a:ext cx="402336" cy="9144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31720" y="2743200"/>
            <a:ext cx="4206240" cy="530352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가격 조건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743200"/>
            <a:ext cx="4892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1차 : RSI / 즉시매수
2차+ : 직전 체결가 -0.7%</a:t>
            </a:r>
          </a:p>
        </p:txBody>
      </p:sp>
      <p:sp>
        <p:nvSpPr>
          <p:cNvPr id="14" name="Oval 13"/>
          <p:cNvSpPr/>
          <p:nvPr/>
        </p:nvSpPr>
        <p:spPr>
          <a:xfrm>
            <a:off x="1691640" y="2779776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233672" y="3282696"/>
            <a:ext cx="402336" cy="9144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31720" y="3383280"/>
            <a:ext cx="4206240" cy="530352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주문 수량 계산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383280"/>
            <a:ext cx="4892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USDT 금액 → 코인 수량 변환
최소 수량 미달이면 중단</a:t>
            </a:r>
          </a:p>
        </p:txBody>
      </p:sp>
      <p:sp>
        <p:nvSpPr>
          <p:cNvPr id="18" name="Oval 17"/>
          <p:cNvSpPr/>
          <p:nvPr/>
        </p:nvSpPr>
        <p:spPr>
          <a:xfrm>
            <a:off x="1691640" y="3419856"/>
            <a:ext cx="457200" cy="45720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233672" y="3922776"/>
            <a:ext cx="402336" cy="9144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331720" y="4023360"/>
            <a:ext cx="4206240" cy="530352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시장가 매수 주문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023360"/>
            <a:ext cx="4892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create_market_buy_order()</a:t>
            </a:r>
          </a:p>
        </p:txBody>
      </p:sp>
      <p:sp>
        <p:nvSpPr>
          <p:cNvPr id="22" name="Oval 21"/>
          <p:cNvSpPr/>
          <p:nvPr/>
        </p:nvSpPr>
        <p:spPr>
          <a:xfrm>
            <a:off x="1691640" y="4059936"/>
            <a:ext cx="457200" cy="45720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4233672" y="4562856"/>
            <a:ext cx="402336" cy="9144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331720" y="4663440"/>
            <a:ext cx="4206240" cy="530352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 체결가 조회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4663440"/>
            <a:ext cx="4892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최대 3회 재시도 (0.5초 간격)
실패 시 시장가로 대체</a:t>
            </a:r>
          </a:p>
        </p:txBody>
      </p:sp>
      <p:sp>
        <p:nvSpPr>
          <p:cNvPr id="26" name="Oval 25"/>
          <p:cNvSpPr/>
          <p:nvPr/>
        </p:nvSpPr>
        <p:spPr>
          <a:xfrm>
            <a:off x="1691640" y="4700016"/>
            <a:ext cx="457200" cy="45720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233672" y="5202936"/>
            <a:ext cx="402336" cy="91440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331720" y="5303520"/>
            <a:ext cx="4206240" cy="530352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엑셀 기록 + 텔레그램 알림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5303520"/>
            <a:ext cx="489204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차수 · 체결가 · 슬리피지 · 다음 목표가</a:t>
            </a:r>
          </a:p>
        </p:txBody>
      </p:sp>
      <p:sp>
        <p:nvSpPr>
          <p:cNvPr id="30" name="Oval 29"/>
          <p:cNvSpPr/>
          <p:nvPr/>
        </p:nvSpPr>
        <p:spPr>
          <a:xfrm>
            <a:off x="1691640" y="5340096"/>
            <a:ext cx="457200" cy="45720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989320"/>
            <a:ext cx="11064240" cy="64008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마지막에 break → 한 폴링에서는 딱 1개 차수만 매수하고 루프를 빠져나옵니다.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매도 로직 ①  차수별 개별 익절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차수는 '자기 매수가'만 기준으로 독립적으로 팔립니다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6192"/>
            <a:ext cx="11064240" cy="777240"/>
          </a:xfrm>
          <a:prstGeom prst="roundRect">
            <a:avLst/>
          </a:prstGeom>
          <a:solidFill>
            <a:srgbClr val="FFF2CC"/>
          </a:solidFill>
          <a:ln w="222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9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그 차수의 익절 목표가  =  그 차수의 실제 체결가  ×  ( 1 + 매도간격 ÷ 100 )   =  체결가 × 1.007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50592"/>
            <a:ext cx="11064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예시 : 현재가가 99,400 까지 반등한 순간 (1~4차 보유 중)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907792"/>
            <a:ext cx="1371600" cy="56692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2907792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매수가 100,001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10912" y="2907792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목표가 100,701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4424" y="2907792"/>
            <a:ext cx="3666744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현재가 99,400  →  보유 유지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566160"/>
            <a:ext cx="1371600" cy="56692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3566160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매수가 99,301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0912" y="3566160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목표가 99,997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4424" y="3566160"/>
            <a:ext cx="3666744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현재가 99,400  →  보유 유지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24528"/>
            <a:ext cx="1371600" cy="56692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4224528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매수가 98,607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0912" y="4224528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목표가 99,297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4424" y="4224528"/>
            <a:ext cx="3666744" cy="566928"/>
          </a:xfrm>
          <a:prstGeom prst="roundRect">
            <a:avLst/>
          </a:prstGeom>
          <a:solidFill>
            <a:srgbClr val="FBE5E5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현재가 99,400  →  익절 실행 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2896"/>
            <a:ext cx="1371600" cy="56692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4882896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매수가 97,917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0912" y="4882896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목표가 98,602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64424" y="4882896"/>
            <a:ext cx="3666744" cy="566928"/>
          </a:xfrm>
          <a:prstGeom prst="roundRect">
            <a:avLst/>
          </a:prstGeom>
          <a:solidFill>
            <a:srgbClr val="FBE5E5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현재가 99,400  →  익절 실행 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623560"/>
            <a:ext cx="5394960" cy="86868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한 폴링에서 여러 차수가 동시 청산 가능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급등 시 3차·4차가 한꺼번에 익절되고 '청산 요약' 알림이 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5623560"/>
            <a:ext cx="5394960" cy="86868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매도 주문에는 reduceOnly = True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포지션을 '줄이기만' 하는 옵션 → 실수로 반대 포지션이 열리지 않습니다.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매도 로직 ②  흐름과 손익 계산식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매도실행() 함수가 실행되는 순서와 돈 계산 방법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5029200" cy="54864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엑셀에서 미청산 차수 불러오기</a:t>
            </a:r>
          </a:p>
        </p:txBody>
      </p:sp>
      <p:sp>
        <p:nvSpPr>
          <p:cNvPr id="5" name="Down Arrow 4"/>
          <p:cNvSpPr/>
          <p:nvPr/>
        </p:nvSpPr>
        <p:spPr>
          <a:xfrm>
            <a:off x="2880360" y="2112264"/>
            <a:ext cx="384048" cy="109728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2221991"/>
            <a:ext cx="5029200" cy="54864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매수 시간 순으로 정렬</a:t>
            </a:r>
          </a:p>
        </p:txBody>
      </p:sp>
      <p:sp>
        <p:nvSpPr>
          <p:cNvPr id="7" name="Down Arrow 6"/>
          <p:cNvSpPr/>
          <p:nvPr/>
        </p:nvSpPr>
        <p:spPr>
          <a:xfrm>
            <a:off x="2880360" y="2779775"/>
            <a:ext cx="384048" cy="109728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2889503"/>
            <a:ext cx="5029200" cy="5486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현재가 ≥ 그 차수 목표가 ?</a:t>
            </a:r>
          </a:p>
        </p:txBody>
      </p:sp>
      <p:sp>
        <p:nvSpPr>
          <p:cNvPr id="9" name="Down Arrow 8"/>
          <p:cNvSpPr/>
          <p:nvPr/>
        </p:nvSpPr>
        <p:spPr>
          <a:xfrm>
            <a:off x="2880360" y="3447287"/>
            <a:ext cx="384048" cy="109728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3557015"/>
            <a:ext cx="5029200" cy="54864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시장가 매도 (reduceOnly)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880360" y="4114800"/>
            <a:ext cx="384048" cy="109728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4224527"/>
            <a:ext cx="5029200" cy="54864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실제 체결가 조회 → 손익 계산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880360" y="4782312"/>
            <a:ext cx="384048" cy="109728"/>
          </a:xfrm>
          <a:prstGeom prst="down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66928" y="4892040"/>
            <a:ext cx="5029200" cy="54864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엑셀 갱신 + 텔레그램 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481328"/>
            <a:ext cx="5669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손익은 이렇게 계산합니다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920240"/>
            <a:ext cx="1965960" cy="56692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매도금액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20240"/>
            <a:ext cx="3584448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실제 체결가 × 체결수량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578608"/>
            <a:ext cx="1965960" cy="566928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수수료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578608"/>
            <a:ext cx="3584448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매도금액 × 0.0008  (0.08%)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236976"/>
            <a:ext cx="1965960" cy="56692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실현손익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236976"/>
            <a:ext cx="3584448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매도금액 − 매수금액 − 수수료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895344"/>
            <a:ext cx="1965960" cy="566928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수익률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895344"/>
            <a:ext cx="3584448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 실현손익 ÷ 매수금액 ) × 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4553712"/>
            <a:ext cx="1965960" cy="566928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누적실현손익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553712"/>
            <a:ext cx="3584448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지금까지의 실현손익을 모두 더한 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5257800"/>
            <a:ext cx="5641848" cy="96012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검증 공식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거래소 USDT 잔고 ≈ 시작 잔고 + 엑셀의 누적실현손익
(펀딩비·입출금 제외 시 거의 일치)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623560"/>
            <a:ext cx="5029200" cy="868680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매도가 발생한 폴링에서는 매수를 하지 않습니다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판 직후 곧바로 다시 사는 것을 막는 안전장치입니다.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수익실현 방식은 2가지입니다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평소에는 차수별 익절 · ② 목표 금액에 도달하면 전부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5394960" cy="6400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방식 ①  차수별 개별 익절 (항상 작동)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31720"/>
            <a:ext cx="5394960" cy="278892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각 차수가 +0.7% 오르면 그 차수만 매도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차수당 약 +0.62 USDT (100 USDT 기준, 수수료 차감 후)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팔린 자리는 다시 매수 대기 상태가 됨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그리드가 계속 돌아가며 수익이 조금씩 쌓임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500" b="0" i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→ 설정 : GRID_TEMPLATE 의 '매도간격'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600200"/>
            <a:ext cx="5394960" cy="6400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방식 ②  총수익 목표 일괄 청산 (선택)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331720"/>
            <a:ext cx="5394960" cy="2788920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미실현 + 누적실현 합계가 목표에 닿으면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보유 중인 모든 차수를 한 번에 시장가 청산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청산 후 잠금 파일 생성 → 더 이상 매수 안 함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'여기까지 벌면 끝' 이라는 명확한 익절선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500" b="0" i="0">
              <a:solidFill>
                <a:srgbClr val="1A1A1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→ 설정 : TOTAL_PROFIT_TARGET_ENABLE / _USDT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현재 파일의 기본값은 TOTAL_PROFIT_TARGET_ENABLE = False 입니다. 즉 지금은 방식 ①만 동작합니다. 방식 ②를 쓰려면 True 로 바꾸고 목표 금액을 정하세요.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수익실현 ②  총수익 목표 자동 청산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'지금 전부 팔면 얼마 남는가'를 계산해서 목표에 닿으면 정리합니다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6192"/>
            <a:ext cx="11064240" cy="749808"/>
          </a:xfrm>
          <a:prstGeom prst="roundRect">
            <a:avLst/>
          </a:prstGeom>
          <a:solidFill>
            <a:srgbClr val="FFF2CC"/>
          </a:solidFill>
          <a:ln w="222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9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총수익  =  미실현 손익 (보유 포지션 평가)  +  누적실현손익 (엑셀 합계)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87168"/>
            <a:ext cx="1975104" cy="105156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5폴링(15초)마다
총수익 계산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78608" y="2834640"/>
            <a:ext cx="329184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44368" y="2487168"/>
            <a:ext cx="1975104" cy="105156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 금액에
도달했는가?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56048" y="2834640"/>
            <a:ext cx="329184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21808" y="2487168"/>
            <a:ext cx="1975104" cy="105156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 미청산 차수
시장가 일괄 매도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333488" y="2834640"/>
            <a:ext cx="329184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99248" y="2487168"/>
            <a:ext cx="1975104" cy="105156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엑셀 갱신 +
텔레그램 알림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710928" y="2834640"/>
            <a:ext cx="329184" cy="365760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76688" y="2487168"/>
            <a:ext cx="1975104" cy="105156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잠금 파일 생성
→ 매수 차단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3794760"/>
          <a:ext cx="11064240" cy="2148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이름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예시 값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TOTAL_PROFIT_TARGET_ENABLE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True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기능을 켜고 끄는 스위치 (현재 False)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TOTAL_PROFIT_TARGET_USDT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수익 금액. 5 USDT 모이면 전량 청산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TOTAL_PROFIT_AFTER_LIQUIDATION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"STOP"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청산 후 무엇을 할지 (STOP / PAUSE / RESTART)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PROFIT_SOURCE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"EXCHANGE"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미실현 손익을 거래소에서 받을지(정확) 엑셀로 계산할지(가볍)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TOTAL_PROFIT_CHECK_INTERVAL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몇 폴링마다 확인할지 (5 = 15초마다)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TOTAL_PROFIT_LOG_INTERVAL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몇 폴링마다 총수익을 로그에 출력할지 (20 = 60초)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66928" y="6053328"/>
            <a:ext cx="11064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미실현 손익 소스 : EXCHANGE(거래소 값, 정확) → 실패하면 자동으로 EXCEL(자체 계산)로 대체됩니다.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청산 후 무엇을 할까?  STOP / PAUSE / RESTART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TOTAL_PROFIT_AFTER_LIQUIDATION 한 줄로 결정됩니다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3520440" cy="658368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04288"/>
            <a:ext cx="3520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봇 자체를 종료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926080"/>
            <a:ext cx="3520440" cy="15087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잠금 파일 유지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크론탭이 되살려도 매수 안 함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완전 정지하려면 크론탭도 주석 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526280"/>
            <a:ext cx="3520440" cy="54864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가장 안전 · 초보 추천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72768"/>
            <a:ext cx="3520440" cy="65836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PAUSE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304288"/>
            <a:ext cx="3520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봇은 살아있고 매매만 정지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926080"/>
            <a:ext cx="3520440" cy="15087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가격 출력 · 생존 알림은 계속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시장을 지켜보며 관망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잠금 해제하면 매매 재개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526280"/>
            <a:ext cx="3520440" cy="5486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관망하고 싶을 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1" y="1572768"/>
            <a:ext cx="3520440" cy="65836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1" y="2304288"/>
            <a:ext cx="35204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청산 직후 1차부터 재시작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2926080"/>
            <a:ext cx="3520440" cy="15087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잠금 자동 해제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목표 금액마다 반복 익절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하락장에서는 손실 누적 주의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1" y="4526280"/>
            <a:ext cx="3520440" cy="54864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숙련자 · 반복 익절용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57800"/>
            <a:ext cx="11064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다시 그리드를 시작하고 싶을 때 (잠금 수동 해제)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669280"/>
            <a:ext cx="11064240" cy="56692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rm /var/autobot/.*_total_profit_target_reached.lock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상황별 추천 설정 3가지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본인 성향에 맞게 골라서 쓰세요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6192"/>
            <a:ext cx="731520" cy="141732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36192"/>
            <a:ext cx="233172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안전 익절형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76472" y="1536192"/>
            <a:ext cx="4617720" cy="14173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TOTAL_PROFIT_TARGET_ENABLE = True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TOTAL_PROFIT_TARGET_USDT = 5.0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TOTAL_PROFIT_AFTER_LIQUIDATION = "STOP"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67344" y="1536192"/>
            <a:ext cx="3163824" cy="1417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 USDT를 벌면 전부 정리하고 봇을 종료합니다.
수동으로 다시 켤 때까지 휴식.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108960"/>
            <a:ext cx="731520" cy="141732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108960"/>
            <a:ext cx="233172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연속 익절형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6472" y="3108960"/>
            <a:ext cx="4617720" cy="14173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TOTAL_PROFIT_TARGET_ENABLE = True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TOTAL_PROFIT_TARGET_USDT = 1.0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TOTAL_PROFIT_AFTER_LIQUIDATION = "RESTART"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67344" y="3108960"/>
            <a:ext cx="3163824" cy="1417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 USDT 벌 때마다 정리하고 즉시 1차부터 다시 시작.
상승·횡보장에서 반복 수익, 하락장은 주의.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681728"/>
            <a:ext cx="731520" cy="14173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681728"/>
            <a:ext cx="233172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관망형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76472" y="4681728"/>
            <a:ext cx="4617720" cy="14173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TOTAL_PROFIT_TARGET_ENABLE = True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TOTAL_PROFIT_TARGET_USDT = 3.0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TOTAL_PROFIT_AFTER_LIQUIDATION = "PAUSE"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67344" y="4681728"/>
            <a:ext cx="3163824" cy="1417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 USDT 익절 후 매매만 멈추고 시장을 지켜봅니다.
잠금 파일을 지우면 다시 매매 시작.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6263640"/>
            <a:ext cx="11064240" cy="4572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첫 실습은 A(안전 익절형) + 소액(차수당 10 USDT)으로 시작하는 것을 강력히 권장합니다.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봇의 3초 한 사이클 (메인 루프)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순서가 봇이 살아있는 동안 계속 반복됩니다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45336"/>
            <a:ext cx="475488" cy="47548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8448" y="1517904"/>
            <a:ext cx="3703320" cy="530352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현재가 1회 조회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517904"/>
            <a:ext cx="65105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fetch_ticker 를 한 번만 호출해
매도·매수·출력에 함께 사용 (API 절약)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185415"/>
            <a:ext cx="475488" cy="47548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2157984"/>
            <a:ext cx="3703320" cy="530352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총수익 목표 체크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157984"/>
            <a:ext cx="65105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5폴링마다 · 청산이 일어나면
이번 사이클의 매도·매수는 건너뜀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25495"/>
            <a:ext cx="475488" cy="475488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8448" y="2798063"/>
            <a:ext cx="3703320" cy="530352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매도 먼저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798063"/>
            <a:ext cx="65105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익절 조건에 닿은 차수를 모두 청산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65575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98448" y="3438144"/>
            <a:ext cx="3703320" cy="530352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매도가 없었으면 매수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438144"/>
            <a:ext cx="65105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매도가 있었으면 이번 사이클은 매수 안 함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105656"/>
            <a:ext cx="475488" cy="475488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8448" y="4078224"/>
            <a:ext cx="3703320" cy="530352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가격 로그 출력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4078224"/>
            <a:ext cx="65105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10폴링(30초)마다 현재가 1줄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745736"/>
            <a:ext cx="475488" cy="475488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98448" y="4718304"/>
            <a:ext cx="3703320" cy="530352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생존 알림 전송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4718304"/>
            <a:ext cx="65105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설정된 주기마다 텔레그램 하트비트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385816"/>
            <a:ext cx="475488" cy="47548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98448" y="5358384"/>
            <a:ext cx="3703320" cy="530352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3초 대기 → 처음으로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5358384"/>
            <a:ext cx="65105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오류가 나면 5→10→20→40→60초로 대기 후 재시도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6035040"/>
            <a:ext cx="11064240" cy="566928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핵심 : 항상 '매도 → 매수' 순서입니다. 팔 것을 먼저 팔아 자금을 회수한 뒤에 새로 삽니다.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거래 기록 엑셀 읽는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매매는 종목별 엑셀 파일에 자동으로 남습니다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54480"/>
          <a:ext cx="11064240" cy="2212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컬럼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종목 / 차수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어떤 코인의 몇 차 매수인지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매수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매수날짜 / 매수가 / 매수수량 / 매수금액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매수가 = 실제 평균 체결가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매수시현재가 / 매수슬리피지%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주문 직전 시장가와, 체결가와의 차이(%)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매도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매도날짜 / 매도가 / 매도수량 / 매도금액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비어 있으면 = 아직 보유 중(미청산)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매도시현재가 / 매도슬리피지%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호가 깊이 · 유동성 점검용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손익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수수료 / 실현손익 / 수익률 / 누적실현손익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누적실현손익 = 실현손익의 합계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023360"/>
            <a:ext cx="3566160" cy="114300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미청산 포지션 찾기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'매도날짜'가 비어 있는 행
= 지금 물려 있는 차수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4023360"/>
            <a:ext cx="3566160" cy="1143000"/>
          </a:xfrm>
          <a:prstGeom prst="roundRect">
            <a:avLst/>
          </a:prstGeom>
          <a:solidFill>
            <a:srgbClr val="FCE9DA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슬리피지 활용법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평균 슬리피지가 0.05% 이상이면
그리드 간격(0.7%) 재검토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4023360"/>
            <a:ext cx="3566160" cy="114300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잔고 검증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거래소 잔고 ≈ 시작 잔고
+ 누적실현손익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349240"/>
            <a:ext cx="11064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파일 위치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742432"/>
            <a:ext cx="11064240" cy="56692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/var/autobot/BTC-USDT_비트겟그리드_LONG폴.xlsx      ← 종목별로 1개씩 자동 생성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텔레그램 알림 8종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휴대폰만 보고 있어도 봇 상태를 알 수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2670048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6656" y="1682495"/>
            <a:ext cx="502920" cy="50292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1847088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봇 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231136"/>
            <a:ext cx="2395728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실행 직후 1회 · 설정 요약 포함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1572768"/>
            <a:ext cx="2670048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21024" y="1682495"/>
            <a:ext cx="50292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7096" y="1709928"/>
            <a:ext cx="1847088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매수 진입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231136"/>
            <a:ext cx="2395728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차수 · 체결가 · 슬리피지 · 다음 목표가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1572768"/>
            <a:ext cx="2670048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65392" y="1682495"/>
            <a:ext cx="502920" cy="50292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1464" y="1709928"/>
            <a:ext cx="1847088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매도 청산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2231136"/>
            <a:ext cx="2395728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차수 · 체결가 · 실현손익 · 누적손익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1572768"/>
            <a:ext cx="2670048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09759" y="1682495"/>
            <a:ext cx="502920" cy="502920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5832" y="1709928"/>
            <a:ext cx="1847088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청산 요약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231136"/>
            <a:ext cx="2395728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 번에 여러 차수 청산 시 종합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127248"/>
            <a:ext cx="2670048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6656" y="3236976"/>
            <a:ext cx="502920" cy="50292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3264408"/>
            <a:ext cx="1847088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30A0"/>
                </a:solidFill>
                <a:latin typeface="맑은 고딕"/>
                <a:ea typeface="맑은 고딕"/>
                <a:cs typeface="맑은 고딕"/>
              </a:rPr>
              <a:t>생존 알림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785615"/>
            <a:ext cx="2395728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주기적으로 현재가와 폴링 횟수 전송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11296" y="3127248"/>
            <a:ext cx="2670048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621024" y="3236976"/>
            <a:ext cx="502920" cy="50292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7096" y="3264408"/>
            <a:ext cx="1847088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연속 오류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8456" y="3785615"/>
            <a:ext cx="2395728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3회 연속 실패 시 1회만 발송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3127248"/>
            <a:ext cx="2670048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65392" y="3236976"/>
            <a:ext cx="502920" cy="50292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1464" y="3264408"/>
            <a:ext cx="1847088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총수익 청산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2824" y="3785615"/>
            <a:ext cx="2395728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목표 달성으로 전량 청산됐을 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00032" y="3127248"/>
            <a:ext cx="2670048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509759" y="3236976"/>
            <a:ext cx="502920" cy="502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⏹️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5832" y="3264408"/>
            <a:ext cx="1847088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종료 알림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7192" y="3785615"/>
            <a:ext cx="2395728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안전하게 종료될 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709160"/>
            <a:ext cx="11064240" cy="868680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생존 알림이 끊기면?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봇이 죽었거나 서버·네트워크에 문제가 생긴 신호입니다. 서버에 접속해 로그를 확인하세요.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715000"/>
            <a:ext cx="11064240" cy="6858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텔레그램 알림이 실패해도 매매 자체는 계속 진행됩니다. (알림은 '보고용'일 뿐 매매의 필수 조건이 아닙니다)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크론탭(crontab)이란?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리눅스 서버에 있는 '자동 알람 시계'입니다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11064240" cy="6858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정해 놓은 시간마다, 정해 놓은 명령어를 서버가 알아서 실행해 주는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468880"/>
            <a:ext cx="11064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크론탭 시간 표기 읽는 법  (* 5개)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2907792"/>
            <a:ext cx="1371600" cy="86868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6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*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분 (0-59)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907792"/>
            <a:ext cx="1371600" cy="86868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6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*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 (0-23)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907792"/>
            <a:ext cx="1371600" cy="86868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6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*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일 (1-31)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907792"/>
            <a:ext cx="1371600" cy="86868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6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*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월 (1-12)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907792"/>
            <a:ext cx="1371600" cy="86868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6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*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요일 (0-7)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2907792"/>
            <a:ext cx="1874519" cy="86868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모두 * = 
매분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77639"/>
            <a:ext cx="3017520" cy="47548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* * * * 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3977639"/>
            <a:ext cx="7927848" cy="475488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 1분마다 (그리드봇이 쓰는 설정)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544568"/>
            <a:ext cx="3017520" cy="47548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*/5 * * * 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4544568"/>
            <a:ext cx="792784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5분마다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11496"/>
            <a:ext cx="3017520" cy="47548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0 9 * * 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5111496"/>
            <a:ext cx="792784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매일 오전 9시 정각에 1회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678424"/>
            <a:ext cx="3017520" cy="47548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0 */2 * * 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5678424"/>
            <a:ext cx="792784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2시간마다 정각에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6263640"/>
            <a:ext cx="11064240" cy="4572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그리드봇은 '매분 실행'으로 등록하지만, 이미 봇이 살아있으면 새 실행은 스스로 종료합니다. (싱글톤)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크론탭 등록 실습 (따라 하기)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서버에 접속해서 딱 3단계면 끝납니다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19072"/>
            <a:ext cx="530352" cy="53035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536192"/>
            <a:ext cx="320040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서버에 접속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SSH 또는 EC2 콘솔로 접속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53712" y="1536192"/>
            <a:ext cx="7077456" cy="89611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ssh -i key.pem ec2-user@&lt;EC2-IP&gt;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724912"/>
            <a:ext cx="530352" cy="530352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542032"/>
            <a:ext cx="320040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7030A0"/>
                </a:solidFill>
                <a:latin typeface="맑은 고딕"/>
                <a:ea typeface="맑은 고딕"/>
                <a:cs typeface="맑은 고딕"/>
              </a:rPr>
              <a:t>크론탭 편집기 열기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vi 편집기가 열립니다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2542032"/>
            <a:ext cx="7077456" cy="89611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crontab -e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730752"/>
            <a:ext cx="530352" cy="530352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547872"/>
            <a:ext cx="3200400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아래 한 줄 추가 후 저장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i → 입력 → ESC → :wq 로 저장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3547872"/>
            <a:ext cx="7077456" cy="89611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* * * * * /usr/bin/python3 /var/autobot/Grid_Bitget.py &gt;&gt; /var/autobot/bitget-grid.log 2&gt;&amp;1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617720"/>
            <a:ext cx="11064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이 한 줄을 부분별로 뜯어보면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047488"/>
            <a:ext cx="2697480" cy="96012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* * * * *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매분 실행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4136" y="5047488"/>
            <a:ext cx="2697480" cy="9601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/usr/bin/python3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파이썬 절대경로 (권장)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5047488"/>
            <a:ext cx="2697480" cy="96012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/var/autobot/Grid_Bitget.py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봇 파일 경로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5047488"/>
            <a:ext cx="2697480" cy="960120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&gt;&gt; ... .log 2&gt;&amp;1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출력과 오류를 로그 파일에 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44768"/>
            <a:ext cx="11064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등록 확인 : $ crontab -l      ·      1분 안에 텔레그램으로 '봇 시작' 알림이 오면 성공입니다.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크론탭 로그 옵션 3가지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봇이 뱉는 출력을 어디에 저장할지 정합니다 (빼먹으면 사고 납니다)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54480"/>
          <a:ext cx="11064240" cy="1682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옵션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크론탭 뒤에 붙이는 부분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단점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추천</a:t>
                      </a:r>
                    </a:p>
                  </a:txBody>
                  <a:tcPr marL="54864" marR="54864" marT="18288" marB="18288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&gt; /dev/null 2&gt;&amp;1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디스크 사용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봇이 죽어도 원인 추적 불가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&gt; /dev/null 2&gt;&gt; ...error.log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평소 디스크 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원인은 보존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가격 모니터링 불가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◎ 안정 운영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&gt;&gt; ...grid.log 2&gt;&amp;1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가격·매매·오류 전부 확인 가능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로그가 계속 쌓임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(logrotate 권장)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◎ 테스트 · 학습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3474720"/>
            <a:ext cx="11064240" cy="1051560"/>
          </a:xfrm>
          <a:prstGeom prst="roundRect">
            <a:avLst/>
          </a:prstGeom>
          <a:solidFill>
            <a:srgbClr val="FBE5E5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반드시 지켜야 할 것 : 리다이렉션(&gt; 또는 &gt;&gt;)을 빼먹지 마세요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빼먹으면 모든 출력이 시스템 메일(/var/spool/mail/ec2-user)에 매분 쌓여 수백 MB까지 커지고 디스크가 꽉 찹니다.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663440"/>
            <a:ext cx="11064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옵션 C를 쓴다면 로그 자동 정리 설정 (1회만)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074920"/>
            <a:ext cx="11064240" cy="11887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sudo vi /etc/logrotate.d/bitget-grid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/var/autobot/*.log {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daily   rotate 14   compress   copytruncate   notifempty   maxsize 100M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봇 정지 · 재시작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프로세스만 죽이면 1분 뒤 크론탭이 다시 살립니다 (중요)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17904"/>
            <a:ext cx="5394960" cy="56692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정지하기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76272"/>
            <a:ext cx="5394960" cy="475488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A. 일시 정지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70048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프로세스만 종료 → 1분 뒤 자동 부활 (잠깐 재시작할 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99232"/>
            <a:ext cx="5394960" cy="493776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pkill -TERM -f Grid_Bitget.py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02736"/>
            <a:ext cx="5394960" cy="475488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B. 완전 정지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96512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crontab -e 에서 그 줄 앞에 # 추가  ② 프로세스 종료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25696"/>
            <a:ext cx="5394960" cy="71323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# * * * * * /usr/bin/python3 ...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pkill -TERM -f Grid_Bitget.py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248656"/>
            <a:ext cx="5394960" cy="475488"/>
          </a:xfrm>
          <a:prstGeom prst="roundRect">
            <a:avLst/>
          </a:prstGeom>
          <a:solidFill>
            <a:srgbClr val="FBE5E5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C. 강제 종료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42432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 명령으로 안 죽을 때만 (기록 누락 위험)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6071616"/>
            <a:ext cx="5394960" cy="493776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pkill -KILL -f Grid_Bitget.py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517904"/>
            <a:ext cx="5394960" cy="566928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다시 켜기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176272"/>
            <a:ext cx="5394960" cy="475488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A. 크론탭에 맡기기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670048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주석(#)을 지우면 1분 안에 자동 실행 → 가장 안전하고 간단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999232"/>
            <a:ext cx="5394960" cy="493776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crontab -e     (# 제거 후 저장)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602736"/>
            <a:ext cx="5394960" cy="475488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B. 즉시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096512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1분도 기다리기 싫을 때 (nohup ... &amp; 를 꼭 붙일 것)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425696"/>
            <a:ext cx="5394960" cy="71323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nohup /usr/bin/python3 /var/autobot/Grid_Bitget.py \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    &gt;&gt; /var/autobot/bitget-grid.log 2&gt;&amp;1 &amp;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5248656"/>
            <a:ext cx="5394960" cy="100584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봇을 완전히 멈추려면 '크론탭 주석 처리'와 '프로세스 종료'를 둘 다 해야 합니다.
하나만 하면 1분 뒤 다시 살아납니다.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자주 쓰는 상태 확인 명령어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6개만 알면 봇 상태는 다 볼 수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2606040" cy="65836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봇이 살아있나?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554480"/>
            <a:ext cx="5760720" cy="65836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ps aux | grep Grid_Bitget | grep -v grep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71432" y="1554480"/>
            <a:ext cx="2459736" cy="65836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결과가 나오면 실행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2606040" cy="658368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실시간 로그 보기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331720"/>
            <a:ext cx="5760720" cy="65836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tail -f /var/autobot/bitget-grid.log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71432" y="2331720"/>
            <a:ext cx="2459736" cy="65836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Ctrl+C 로 빠져나옴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08960"/>
            <a:ext cx="2606040" cy="658368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최근 로그 100줄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108960"/>
            <a:ext cx="5760720" cy="65836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tail -n 100 /var/autobot/bitget-grid.log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71432" y="3108960"/>
            <a:ext cx="2459736" cy="65836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방금 무슨 일이 있었는지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86200"/>
            <a:ext cx="2606040" cy="658368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매매 기록만 뽑기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886200"/>
            <a:ext cx="5760720" cy="65836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grep -E "매수 완료|매도 완료" /var/autobot/bitget-grid.log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71432" y="3886200"/>
            <a:ext cx="2459736" cy="65836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체결 내역만 필터링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3440"/>
            <a:ext cx="2606040" cy="658368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크론탭 등록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4663440"/>
            <a:ext cx="5760720" cy="65836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crontab -l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1432" y="4663440"/>
            <a:ext cx="2459736" cy="65836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등록된 줄이 보이면 정상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440679"/>
            <a:ext cx="2606040" cy="658368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서버 메모리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5440679"/>
            <a:ext cx="5760720" cy="65836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54864" rtlCol="0" anchor="ctr"/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$ free -h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71432" y="5440679"/>
            <a:ext cx="2459736" cy="65836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여러 봇을 함께 돌릴 때 점검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6263640"/>
            <a:ext cx="11064240" cy="4572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로그 파일을 PC로 받고 싶다면 FileZilla(SFTP) 또는 scp 명령을 사용하세요.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자주 생기는 문제 TOP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당황하지 말고 이 순서대로 확인하세요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6192"/>
            <a:ext cx="566928" cy="713232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07008" y="1536192"/>
            <a:ext cx="40690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봇이 안 켜져요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76672" y="1536192"/>
            <a:ext cx="6254496" cy="71323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로그 확인 → 크론탭 등록 확인 → 파이썬 경로(which python3)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22576"/>
            <a:ext cx="566928" cy="713232"/>
          </a:xfrm>
          <a:prstGeom prst="round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7008" y="2322576"/>
            <a:ext cx="40690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'이미 실행 중' 메시지가 계속 떠요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76672" y="2322576"/>
            <a:ext cx="6254496" cy="71323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정상입니다. 크론탭이 매분 시도하고 싱글톤이 막는 정상 동작입니다.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08960"/>
            <a:ext cx="566928" cy="713232"/>
          </a:xfrm>
          <a:prstGeom prst="round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8" y="3108960"/>
            <a:ext cx="40690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텔레그램 알림이 안 와요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2" y="3108960"/>
            <a:ext cx="6254496" cy="71323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telegram_alert.py 의 토큰·채팅ID 확인. 알림이 안 와도 매매는 계속됩니다.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95344"/>
            <a:ext cx="566928" cy="713232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" y="3895344"/>
            <a:ext cx="40690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엑셀 슬리피지가 0으로 찍혀요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3895344"/>
            <a:ext cx="6254496" cy="71323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1틱 안에 체결된 정상 상황이거나, 체결가 조회가 늦어 시장가로 대체된 경우입니다.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81728"/>
            <a:ext cx="566928" cy="713232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7008" y="4681728"/>
            <a:ext cx="40690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7030A0"/>
                </a:solidFill>
                <a:latin typeface="맑은 고딕"/>
                <a:ea typeface="맑은 고딕"/>
                <a:cs typeface="맑은 고딕"/>
              </a:rPr>
              <a:t>목표 청산 후에도 다시 매수해요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76672" y="4681728"/>
            <a:ext cx="6254496" cy="71323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RESTART 모드이거나 잠금 파일이 지워진 경우입니다. STOP 모드 + 크론탭 주석 처리로 완전 정지.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468112"/>
            <a:ext cx="566928" cy="713232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7008" y="5468112"/>
            <a:ext cx="40690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잔고와 엑셀 누적손익이 안 맞아요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76672" y="5468112"/>
            <a:ext cx="6254496" cy="71323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펀딩비·입출금은 봇이 추적하지 않습니다. 거래소 거래내역 CSV와 대조하세요.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6291072"/>
            <a:ext cx="11064240" cy="4572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재진입 잠금 해제 : $ rm /var/autobot/.*_no_reentry_gridlong.lock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반드시 알아야 할 리스크와 안전 수칙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봇은 '돈 버는 기계'가 아니라 '규칙을 대신 실행하는 도구'입니다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539496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하락장 리스크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600" b="1" i="0">
              <a:solidFill>
                <a:srgbClr val="C0000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그리드 롱은 내려갈수록 계속 사는 구조입니다.
추세 하락장에서는 차수와 평가손실이 함께 쌓입니다.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1554480"/>
            <a:ext cx="539496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자금 관리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600" b="1" i="0">
              <a:solidFill>
                <a:srgbClr val="C55A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차수당 금액 × 최대 차수 = 필요한 총 자금.
감당 가능한 금액인지 먼저 계산하세요.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227832"/>
            <a:ext cx="539496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레버리지 · 청산가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600" b="1" i="0">
              <a:solidFill>
                <a:srgbClr val="C0000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선물이므로 증거금이 부족하면 강제청산될 수 있습니다.
낮은 레버리지 + 여유 증거금이 필수입니다.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3227832"/>
            <a:ext cx="539496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수수료 · 슬리피지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endParaRPr sz="1600" b="1" i="0">
              <a:solidFill>
                <a:srgbClr val="2E75B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왕복 수수료가 그리드 간격(0.7%)을 잠식합니다.
간격을 너무 좁히면 수익이 남지 않습니다.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800600"/>
            <a:ext cx="11064240" cy="1417320"/>
          </a:xfrm>
          <a:prstGeom prst="roundRect">
            <a:avLst/>
          </a:prstGeom>
          <a:solidFill>
            <a:srgbClr val="FFF2CC"/>
          </a:solidFill>
          <a:ln w="222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초보자 5대 안전 수칙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① 소액으로 시작 (차수당 10~20 USDT)      ② 차수는 10~20차까지만 설정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③ 총수익 목표 청산(STOP) 켜 두기          ④ 처음 3일은 매일 로그·텔레그램 확인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⑤ API 키에 출금 권한 절대 부여하지 않기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292608"/>
            <a:ext cx="11311128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오늘 실습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24128"/>
            <a:ext cx="11311128" cy="3291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수업이 끝나기 전에 여기까지 완료합니다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6192"/>
            <a:ext cx="5029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61288" y="1536192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API 키 3개 발급 (출금 권한 제외)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21991"/>
            <a:ext cx="5029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61288" y="2221991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Grid_Bitget.py 의 access / secret / password 3줄 입력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07791"/>
            <a:ext cx="5029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61288" y="2907791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종목코드목록 확인 (BTC/USDT:USDT)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593591"/>
            <a:ext cx="5029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61288" y="3593591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GRID_TEMPLATE 금액을 소액으로 수정 (예: 10 USDT)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279392"/>
            <a:ext cx="5029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1288" y="4279392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차수 개수를 10~20차로 줄이기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65192"/>
            <a:ext cx="5029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61288" y="4965192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총수익 목표 설정 : ENABLE = True, 목표 금액, STOP 모드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36192"/>
            <a:ext cx="5029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7030A0"/>
                </a:solidFill>
                <a:latin typeface="맑은 고딕"/>
                <a:ea typeface="맑은 고딕"/>
                <a:cs typeface="맑은 고딕"/>
              </a:rPr>
              <a:t>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30568" y="1536192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서버 /var/autobot/ 에 파일 업로드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221991"/>
            <a:ext cx="5029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7030A0"/>
                </a:solidFill>
                <a:latin typeface="맑은 고딕"/>
                <a:ea typeface="맑은 고딕"/>
                <a:cs typeface="맑은 고딕"/>
              </a:rPr>
              <a:t>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30568" y="2221991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crontab -e 로 실행 줄 등록 (로그 옵션 포함)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2907791"/>
            <a:ext cx="5029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30568" y="2907791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텔레그램 '봇 시작' 알림 수신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593591"/>
            <a:ext cx="5029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30568" y="3593591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tail -f 로 현재가 로그가 찍히는지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4279392"/>
            <a:ext cx="502920" cy="548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30568" y="4279392"/>
            <a:ext cx="48006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첫 매수 알림과 엑셀 기록 대조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5669280"/>
            <a:ext cx="5394960" cy="91440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다음 시간 예고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운영하며 나온 로그 함께 분석
· 그리드 간격 · 금액 튜닝 실습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371600"/>
            <a:ext cx="12191969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오늘 수업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8840" y="2560320"/>
            <a:ext cx="7909560" cy="23317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① 그리드 = 내려오면 사고 · 올라가면 파는 것을 자동 반복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② API 키 3줄 입력 = 봇이 내 계좌에 주문할 수 있게 되는 지점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③ 매수는 직전 체결가 -0.7% · 매도는 자기 체결가 +0.7%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④ 수익실현은 차수별 익절 + 총수익 목표 일괄청산 2가지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⑤ 크론탭은 봇이 죽었을 때 1분 안에 되살리는 안전장치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5120640"/>
            <a:ext cx="4343400" cy="65836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소액부터 · 로그를 보며 · 천천히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4968</Words>
  <Application>Microsoft Office PowerPoint</Application>
  <PresentationFormat>와이드스크린</PresentationFormat>
  <Paragraphs>759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비트겟 그리드봇 수업</dc:title>
  <dc:subject>Grid_Bitget.py 매수·매도 로직 / API 키 / 수익실현 / 크론탭</dc:subject>
  <dc:creator>USER</dc:creator>
  <cp:keywords/>
  <dc:description>generated using python-pptx</dc:description>
  <cp:lastModifiedBy>류영미</cp:lastModifiedBy>
  <cp:revision>3</cp:revision>
  <dcterms:created xsi:type="dcterms:W3CDTF">2013-01-27T09:14:16Z</dcterms:created>
  <dcterms:modified xsi:type="dcterms:W3CDTF">2026-07-29T01:28:28Z</dcterms:modified>
  <cp:category/>
</cp:coreProperties>
</file>